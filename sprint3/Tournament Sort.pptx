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abb8d3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abb8d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abb8d33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abb8d33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abb8d33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fabb8d33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fabb8d33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fabb8d33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abb8d33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abb8d33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fabb8d3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fabb8d3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n.oi-wiki.org/basic/tournament-so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Tournament Sort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sorting algorithm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2883875"/>
            <a:ext cx="7619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Tournament sort is a variation of selection sort that uses a tree instead of the traditional list. It arranges the array into a tree and uses a </a:t>
            </a:r>
            <a:r>
              <a:rPr lang="en"/>
              <a:t>bracket</a:t>
            </a:r>
            <a:r>
              <a:rPr lang="en"/>
              <a:t>-based </a:t>
            </a:r>
            <a:r>
              <a:rPr lang="en"/>
              <a:t>comparison</a:t>
            </a:r>
            <a:r>
              <a:rPr lang="en"/>
              <a:t> method to find the smallest value. This is a form of divide-and-conquer.	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75" y="879704"/>
            <a:ext cx="4360601" cy="20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39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Tournament Sort to Selection Sort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With 1000 items in the list, tournament sort is faster by a lot.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75" y="1806575"/>
            <a:ext cx="8939299" cy="11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</a:t>
            </a:r>
            <a:endParaRPr/>
          </a:p>
        </p:txBody>
      </p:sp>
      <p:pic>
        <p:nvPicPr>
          <p:cNvPr id="75" name="Google Shape;75;p16" title="Tournament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050" y="1017725"/>
            <a:ext cx="7114700" cy="39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Tournament sort is better than other sorting algorithms when sorting an extremely large dataset. Its data splitting and tree-based structure allows it to find the lowest number as efficiently as possible. The time complexity is O(n log n).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0" y="85025"/>
            <a:ext cx="4346700" cy="469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100" y="78182"/>
            <a:ext cx="4758900" cy="4668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cited: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Oi Wiki: </a:t>
            </a:r>
            <a:r>
              <a:rPr lang="en" u="sng">
                <a:solidFill>
                  <a:schemeClr val="hlink"/>
                </a:solidFill>
                <a:hlinkClick r:id="rId3"/>
              </a:rPr>
              <a:t>OI Wiki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